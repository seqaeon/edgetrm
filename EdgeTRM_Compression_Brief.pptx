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011680"/>
            <a:ext cx="109728" cy="2926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28800"/>
            <a:ext cx="10058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EdgeTRM: Compressing 68.89% ARC-AGI Models for Edge Hardware</a:t>
            </a:r>
          </a:p>
          <a:p>
            <a:pPr>
              <a:spcAft>
                <a:spcPts val="28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A Technical Briefing on Model Footprint, Compute Efficiency, and Reasoning Trade-Offs</a:t>
            </a:r>
          </a:p>
          <a:p>
            <a:pPr>
              <a:defRPr sz="1300" b="1">
                <a:solidFill>
                  <a:srgbClr val="06B6D4"/>
                </a:solidFill>
                <a:latin typeface="Arial"/>
              </a:defRPr>
            </a:pPr>
            <a:r>
              <a:t>EdgeTRM Compression &amp; Deployment Analysis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TECHNICAL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01. Memory Bottlenecks &amp; SRAM Coexistence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32918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8346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The Memory Bottleneck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Baseline FP32 footprint is **88 MB**.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**Puzzle Embeddings (61 MB):**</a:t>
            </a:r>
          </a:p>
          <a:p>
            <a:pPr lvl="1"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Dominates 70% of total footprint.</a:t>
            </a:r>
          </a:p>
          <a:p>
            <a:pPr lvl="1"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Completely blocks edge deployment.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**Backbone (26.7 MB):**</a:t>
            </a:r>
          </a:p>
          <a:p>
            <a:pPr lvl="1"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Active neural weights.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i="1">
                <a:solidFill>
                  <a:srgbClr val="06B6D4"/>
                </a:solidFill>
                <a:latin typeface="Arial"/>
              </a:defRPr>
            </a:pPr>
            <a:r>
              <a:t>💡 Puzzle embeddings are the critical barrier to fit inside SRAM limit.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63040"/>
            <a:ext cx="32918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91640"/>
            <a:ext cx="28346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Quantization Frontier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**INT8 (bitsandbytes):**</a:t>
            </a:r>
          </a:p>
          <a:p>
            <a:pPr lvl="1"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Shrinks backbone to **6.7 MB**.</a:t>
            </a:r>
          </a:p>
          <a:p>
            <a:pPr lvl="1"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Accuracy actually improves to 20.03% (vs 19.20% FP32 baseline).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**Calibrated INT4:**</a:t>
            </a:r>
          </a:p>
          <a:p>
            <a:pPr lvl="1"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Shrinks backbone to **3.3 MB**.</a:t>
            </a:r>
          </a:p>
          <a:p>
            <a:pPr lvl="1"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Recovers baseline carry fidelity and achieves 19.02% cell accuracy.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i="1">
                <a:solidFill>
                  <a:srgbClr val="06B6D4"/>
                </a:solidFill>
                <a:latin typeface="Arial"/>
              </a:defRPr>
            </a:pPr>
            <a:r>
              <a:t>❌ Naive INT4 collapses performance entirely.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1463040"/>
            <a:ext cx="32918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691640"/>
            <a:ext cx="28346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SRAM Coexistence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**Single-Puzzle Loading:**</a:t>
            </a:r>
          </a:p>
          <a:p>
            <a:pPr lvl="1"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Keep the massive 61 MB embedding table on external flash storage.</a:t>
            </a:r>
          </a:p>
          <a:p>
            <a:pPr lvl="1"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Load only the active **2 KB row** for the current puzzle into SRAM.</a:t>
            </a:r>
          </a:p>
          <a:p>
            <a:pPr lvl="1"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Achieves zero information loss.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i="1">
                <a:solidFill>
                  <a:srgbClr val="06B6D4"/>
                </a:solidFill>
                <a:latin typeface="Arial"/>
              </a:defRPr>
            </a:pPr>
            <a:r>
              <a:t>✅ **Fits 8 MB SRAM:**</a:t>
            </a:r>
          </a:p>
          <a:p>
            <a:pPr lvl="1"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Fused INT8 backbone + active row uses only **6.59 MB active SRAM**.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TECHNICAL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02. Carry-State Fidelity &amp; 1-Cycle Compute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6634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Carry-State Reasoning Health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Using carry-state cosine similarity to diagnose reasoning health across recursive depth steps: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**INT8 &amp; FP32 (0.377 similarity):**</a:t>
            </a:r>
          </a:p>
          <a:p>
            <a:pPr lvl="1"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Model actively refines carry states per step; reasoning is intact.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**Calibrated INT4 (0.975 similarity to FP32):**</a:t>
            </a:r>
          </a:p>
          <a:p>
            <a:pPr lvl="1"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Tracks FP32 reasoning trajectory faithfully.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**Naive INT4 (0.722 similarity):**</a:t>
            </a:r>
          </a:p>
          <a:p>
            <a:pPr lvl="1"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States freeze/collapse. Reasoning fails entirely.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i="1">
                <a:solidFill>
                  <a:srgbClr val="06B6D4"/>
                </a:solidFill>
                <a:latin typeface="Arial"/>
              </a:defRPr>
            </a:pPr>
            <a:r>
              <a:t>💡 INT8 error accumulation explains why multi-step inference degrades while 1-step stays high.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146304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1112" y="1691640"/>
            <a:ext cx="46634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1-Cycle Compute Breakthrough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**16× Compute Reduction:**</a:t>
            </a:r>
          </a:p>
          <a:p>
            <a:pPr lvl="1"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Cutting recursive depth from 16 to 1 step saves 2,812 GFLOPs per puzzle (3,000 → 187 GFLOPs).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**Superior Accuracy:**</a:t>
            </a:r>
          </a:p>
          <a:p>
            <a:pPr lvl="1"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INT8 cell accuracy at 1 H-cycle is actually **higher** (19.24%) than at 16 H-cycles (19.00%).</a:t>
            </a:r>
          </a:p>
          <a:p>
            <a:pPr lvl="1"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FP16 &amp; FP32 maintain strong performance at 1 cycle.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i="1">
                <a:solidFill>
                  <a:srgbClr val="06B6D4"/>
                </a:solidFill>
                <a:latin typeface="Arial"/>
              </a:defRPr>
            </a:pPr>
            <a:r>
              <a:t>✅ **Production Ready:**</a:t>
            </a:r>
          </a:p>
          <a:p>
            <a:pPr lvl="1"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Instant 16× cost reduction in production with zero retraining.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TECHNICAL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03. Deployment Feasibility &amp; Strategic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6634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The MCU Compute Barrier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SRAM footprints fit 8 MB, but the O(n²) attention computation over 900 tokens blocks microcontrollers (MCUs):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**Cortex-A55 (Mobile SoC):** ~93s per puzzle.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**Cortex-M55 (Edge MCU):** ~622s per puzzle.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**ESP32-S3 (Edge MCU):** ~1,554s per puzzle.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i="1">
                <a:solidFill>
                  <a:srgbClr val="06B6D4"/>
                </a:solidFill>
                <a:latin typeface="Arial"/>
              </a:defRPr>
            </a:pPr>
            <a:r>
              <a:t>⚠️ MCU-class bare-metal execution is borderline impossible without sequence length reduction.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146304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1112" y="1691640"/>
            <a:ext cx="46634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Strategic Recommendations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1. **Shift Target to Mobile SoCs:**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   - Target Snapdragon or Raspberry Pi (4-8 GB RAM makes memory trivial; CPU compute is viable).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2. **Lock 1-Cycle Inference:**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   - Instantly save 16× compute in production immediately using H_cycles=1.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3. **Native INT8 Transition:**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   - Convert from bitsandbytes to PyTorch-native `torch.ao.quantization` for CPU tracing.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4. **Reduce Context Length:**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   - Crop/stride to 450 tokens to save 4-8× compute.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